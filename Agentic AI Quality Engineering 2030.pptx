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7e4-9312-867c-8000-0000f0cfb788.png?kimi-sig=QbdOjgGRu18h7S-t0ugitUdv6OuMmd22ZidW9L0is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7ef-bb62-8ccd-8000-000085f9005f.png?kimi-sig=H157RpCJl2ha7FymVel-g8m-popIvu_mz9-Bx4rEfV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05-6d82-8472-8000-0000b1988031.png?kimi-sig=eFA9WRZu2kW3P0bfL-aFQVqETS3Rwgjhw58UtPCAKQ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7f4-ef82-8dff-8000-0000882b738c.png?kimi-sig=c6fX7NBqc0k0b-L8uKm7STmvG_0cd8j1efRm--50KC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7ef-18b2-880f-8000-000055cb6fb0.png?kimi-sig=UhVUhFK-wWlWyBOYyMMvwQYbogotyZ9AmIz-x031C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7ef-5bb2-8f60-8000-000005dcb9b0.png?kimi-sig=a-Bf9vC5zAuLJMFkPUMHBST6ch1TKTz-weHL8sYn3c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0b-a872-8ede-8000-0000ac8ac5e8.png?kimi-sig=3iVTNCcmR7hxMWoR5UXkMkaWdA_FeidBJD9c9SVG2C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18-6ce2-8c6a-8000-00009b8ce2f0.png?kimi-sig=VoFXq4mJMjpfZrBSgKzISLo15qREO8UT3VNzWz_pu-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2e-f082-8469-8000-0000b94998dc.png?kimi-sig=3weeCfA-0K41Lf-XC9nhhIO0bAlVHL2r2F9VHfj18l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16-1582-8bc2-8000-0000796bcdc2.png?kimi-sig=Cr4ABub0_kpUjPUUc-KuN-SkBA3opXMUBGZmhQD4tv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11-0b22-804c-8000-0000a34931a8.png?kimi-sig=5Mz5GOwaaUSqSRhLYb1F4KFjvpE67m73gQ_i1mt_EN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34-3d12-8362-8000-0000390640cd.png?kimi-sig=focqlYMPdqVPgGORSbY7E3a8wuuQaCytDa4lN8YwP6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35-c162-88e2-8000-0000afc7c591.png?kimi-sig=mm4zPn3PhOjooxEKCGYZctuaG8WNyLrgCGQiLkr0N-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83a-a802-8af8-8000-0000ed00a742.png?kimi-sig=ztAaFOTL8NIfMVAQaqqKb63wCQNrBDGSXv9mKiDRg1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Quality Engineering 2030</dc:title>
  <dc:subject>Agentic AI Quality Engineering 2030</dc:subject>
  <dc:creator>Kimi</dc:creator>
  <cp:lastModifiedBy>Kimi</cp:lastModifiedBy>
  <cp:revision>1</cp:revision>
  <dcterms:created xsi:type="dcterms:W3CDTF">2025-12-09T19:08:37Z</dcterms:created>
  <dcterms:modified xsi:type="dcterms:W3CDTF">2025-12-09T19:08:37Z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{"Label":"Agentic AI Quality Engineering 2030","ContentProducer":"001191110108MACG2KBH8F10000","ProduceID":"d4s74auom6ppei6gl610","ReservedCode1":"","ContentPropagator":"001191110108MACG2KBH8F20000","PropagateID":"d4s74auom6ppei6gl610","ReservedCode2":""}</vt:lpwstr>
  </property>
</Properties>
</file>